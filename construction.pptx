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96" d="100"/>
          <a:sy n="96" d="100"/>
        </p:scale>
        <p:origin x="49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2C8FC-561B-C2D8-3FC7-0A9D4B254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0BFB56-8B0D-9EF0-D9BF-DAD11EA36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AC7181-9AFF-E283-1F9A-88E39D68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E7B65-04FD-3AFE-0227-538BF8297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43F623-74D8-48D8-A4EC-352EB8FE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677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FB734-F2E6-0531-75CD-5C943B2FF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F9668A-F44D-E663-C2C8-0FD802352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CD77FD-F1AB-EBC5-206E-B8DDC3CC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5DC4A3-CB11-DDE3-6DC9-45FA2B8BD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C48500-8ECA-54BA-5AD8-11D3C9BA8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7569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16689-B6F4-64BE-F4D1-6129B439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352F92-0237-3876-BA5D-8525A3F34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63498D-3447-95D5-FB53-6410956B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DD5F7-9D6B-DC00-D613-60A96F652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E8653D-49AE-DE64-8756-E75C35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533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0511A4-06EA-25A1-2530-F8EFA07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577D0D-CF02-8B01-D0FB-00CEBEE9B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CE43C3-2AA1-E225-04E8-7D29595FD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42F2C5-4F91-0CDB-172C-4CD10A96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4270A-27F8-306B-9680-BAE1AABCC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501A45-0C9F-DC97-46B4-946B0CFB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1443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759E1-B47E-5A75-AB1D-62C8D2D74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8489CC-02F3-9D26-CCF5-BCD9AABE1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252ACD-8C6A-33EC-2BE2-6D22C47CF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91AF65-3B47-610C-5CDB-6A1E033D7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5C632B-397E-47BA-B704-B0D2DB8D8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F2D96B-0F96-B2F2-F6A4-8916D939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5E512A-E6BD-E48B-F8DC-9810890B1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A0EC5E-337E-7182-F788-DEE9E4DC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8785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48F17-6298-0022-653B-A02053C2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6E8E83-9E4E-F2AF-D4D2-CE0D7085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1C872B-3B97-DE13-7DAA-7C2515F4C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1A4FD5-EBD8-3DBF-B5F6-235A6A13E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737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A2DE90-E28E-DCA1-DEDA-935732C8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E268F0-BF34-E1C5-4000-18CCC5F6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6D59EE-1ECC-BD53-F914-9DBD8056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231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90F64-7D94-28A2-F49A-7BFE0D91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DFC20C-E7CF-704A-072A-1C89948A4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575E60-E486-862B-6E7E-29BE309AB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43784A-2FC1-6B39-1288-AB153750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EF536E-4DD1-4484-1D2E-2682F2F3B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42DB21-F3C6-7F9E-5E5E-7E4841BE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619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C13E0-C1CA-B2F8-A8C7-06FAEF66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B60577-D483-5E04-048D-ACCD7AE3B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0D10BB-CF6E-6E63-C0F8-D1E7E3EDD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AAD975-C88C-7BE6-30AF-82AEB1487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645F48-9B34-15F3-CE41-9C9BE062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A95A0E-19F4-3019-9704-10554129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498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C2628-2772-B9C8-4E57-69C3A0BE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0EFD1B-359E-8F98-0613-96E6493B1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003699-749E-0B00-8AB9-90533F78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DB6025-97FF-C77B-C368-8698A4634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5B3F2-2863-BC81-7CF4-04A6225F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144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F47A5E-B1ED-EB25-4CF2-A4F32FD48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FBF92E-8421-80AF-B21C-10D94B782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5BD6E4-F231-B100-5A0B-C4FD18DF3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2C3F8B-5910-CB64-36EE-E400231AC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032F29-C160-5E9A-9C5D-DFF1CB30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4367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5B12D2-3F9A-6F9B-766D-04C086744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1A1004-E4CD-77F7-CE00-F4DCE2DD0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C667F7-82DA-640D-6B65-1712873633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C4B94-AB9D-694B-928F-CB140D992CC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8B7164-C233-03D0-4C19-718DE8DC1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7A45AB-A55D-394B-84BB-75F87BD70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6A76B-0948-3D4A-9EA2-D305358F1B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241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F8ED60-F5E6-4FED-F5BF-37978B45D1C6}"/>
              </a:ext>
            </a:extLst>
          </p:cNvPr>
          <p:cNvGrpSpPr/>
          <p:nvPr/>
        </p:nvGrpSpPr>
        <p:grpSpPr>
          <a:xfrm>
            <a:off x="285871" y="753553"/>
            <a:ext cx="1290105" cy="1846662"/>
            <a:chOff x="970463" y="758398"/>
            <a:chExt cx="1156138" cy="184666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3BB0319-52D8-258E-610C-51D964C88F08}"/>
                </a:ext>
              </a:extLst>
            </p:cNvPr>
            <p:cNvGrpSpPr/>
            <p:nvPr/>
          </p:nvGrpSpPr>
          <p:grpSpPr>
            <a:xfrm>
              <a:off x="970463" y="1127731"/>
              <a:ext cx="1156138" cy="1477329"/>
              <a:chOff x="283780" y="262758"/>
              <a:chExt cx="1156138" cy="1477329"/>
            </a:xfrm>
          </p:grpSpPr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86BB163-5EBD-279A-BC80-51B4C990D2AF}"/>
                  </a:ext>
                </a:extLst>
              </p:cNvPr>
              <p:cNvSpPr txBox="1"/>
              <p:nvPr/>
            </p:nvSpPr>
            <p:spPr>
              <a:xfrm>
                <a:off x="283780" y="262759"/>
                <a:ext cx="11561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Front </a:t>
                </a:r>
                <a:r>
                  <a:rPr kumimoji="1" lang="en-US" altLang="zh-CN" dirty="0" err="1"/>
                  <a:t>rgb</a:t>
                </a:r>
                <a:endParaRPr kumimoji="1" lang="zh-CN" altLang="en-US" dirty="0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4B89AE2-EDC1-B8C2-1E5D-D991DA9D4C23}"/>
                  </a:ext>
                </a:extLst>
              </p:cNvPr>
              <p:cNvSpPr txBox="1"/>
              <p:nvPr/>
            </p:nvSpPr>
            <p:spPr>
              <a:xfrm>
                <a:off x="283780" y="632091"/>
                <a:ext cx="11561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Wrist </a:t>
                </a:r>
                <a:r>
                  <a:rPr kumimoji="1" lang="en-US" altLang="zh-CN" dirty="0" err="1"/>
                  <a:t>rgb</a:t>
                </a:r>
                <a:endParaRPr kumimoji="1" lang="zh-CN" altLang="en-US" dirty="0"/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674FD20-BD36-48DA-E3B5-91346856A9A2}"/>
                  </a:ext>
                </a:extLst>
              </p:cNvPr>
              <p:cNvSpPr txBox="1"/>
              <p:nvPr/>
            </p:nvSpPr>
            <p:spPr>
              <a:xfrm>
                <a:off x="283780" y="1001423"/>
                <a:ext cx="11561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Wrist </a:t>
                </a:r>
                <a:r>
                  <a:rPr kumimoji="1" lang="en-US" altLang="zh-CN" dirty="0" err="1"/>
                  <a:t>pcd</a:t>
                </a:r>
                <a:endParaRPr kumimoji="1" lang="zh-CN" altLang="en-US" dirty="0"/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187BDFD-3E81-0077-6BB5-715F797951E1}"/>
                  </a:ext>
                </a:extLst>
              </p:cNvPr>
              <p:cNvSpPr txBox="1"/>
              <p:nvPr/>
            </p:nvSpPr>
            <p:spPr>
              <a:xfrm>
                <a:off x="283780" y="1370755"/>
                <a:ext cx="11561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Front </a:t>
                </a:r>
                <a:r>
                  <a:rPr kumimoji="1" lang="en-US" altLang="zh-CN" dirty="0" err="1"/>
                  <a:t>pcd</a:t>
                </a:r>
                <a:endParaRPr kumimoji="1" lang="zh-CN" altLang="en-US" dirty="0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5603A63-1B6D-E9AB-FF4B-2B98E412F316}"/>
                  </a:ext>
                </a:extLst>
              </p:cNvPr>
              <p:cNvSpPr/>
              <p:nvPr/>
            </p:nvSpPr>
            <p:spPr>
              <a:xfrm>
                <a:off x="283780" y="262758"/>
                <a:ext cx="1156138" cy="1477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F1A0E54-0F45-BA1C-00B2-8A3ACD6912C7}"/>
                </a:ext>
              </a:extLst>
            </p:cNvPr>
            <p:cNvSpPr txBox="1"/>
            <p:nvPr/>
          </p:nvSpPr>
          <p:spPr>
            <a:xfrm>
              <a:off x="1157238" y="758398"/>
              <a:ext cx="7825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Vision</a:t>
              </a:r>
              <a:endParaRPr kumimoji="1" lang="zh-CN" altLang="en-US" dirty="0"/>
            </a:p>
          </p:txBody>
        </p:sp>
      </p:grp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42D30D12-E00F-A11A-6A40-6036A6C53DE9}"/>
              </a:ext>
            </a:extLst>
          </p:cNvPr>
          <p:cNvSpPr/>
          <p:nvPr/>
        </p:nvSpPr>
        <p:spPr>
          <a:xfrm>
            <a:off x="1508704" y="1958349"/>
            <a:ext cx="230225" cy="55793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686D9C5-18AA-EEFE-EF42-1B720768CB25}"/>
              </a:ext>
            </a:extLst>
          </p:cNvPr>
          <p:cNvSpPr txBox="1"/>
          <p:nvPr/>
        </p:nvSpPr>
        <p:spPr>
          <a:xfrm>
            <a:off x="1796579" y="2035171"/>
            <a:ext cx="83033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-webkit-standard"/>
              </a:rPr>
              <a:t>uni3d</a:t>
            </a:r>
            <a:endParaRPr lang="zh-CN" altLang="en-US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AF7B0B-4954-9C29-0818-BD04C9591139}"/>
              </a:ext>
            </a:extLst>
          </p:cNvPr>
          <p:cNvSpPr txBox="1"/>
          <p:nvPr/>
        </p:nvSpPr>
        <p:spPr>
          <a:xfrm>
            <a:off x="285873" y="2772668"/>
            <a:ext cx="2306967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Instruction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BB4E24D-734B-B8AE-B318-E4D4D9DEC16A}"/>
              </a:ext>
            </a:extLst>
          </p:cNvPr>
          <p:cNvSpPr txBox="1"/>
          <p:nvPr/>
        </p:nvSpPr>
        <p:spPr>
          <a:xfrm>
            <a:off x="2865853" y="2415549"/>
            <a:ext cx="146828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PaliGemma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lang="zh-CN" altLang="en-US" dirty="0"/>
          </a:p>
        </p:txBody>
      </p:sp>
      <p:sp>
        <p:nvSpPr>
          <p:cNvPr id="17" name="右大括号 16">
            <a:extLst>
              <a:ext uri="{FF2B5EF4-FFF2-40B4-BE49-F238E27FC236}">
                <a16:creationId xmlns:a16="http://schemas.microsoft.com/office/drawing/2014/main" id="{9155E250-2D17-05F3-2298-29F1ABFD18BA}"/>
              </a:ext>
            </a:extLst>
          </p:cNvPr>
          <p:cNvSpPr/>
          <p:nvPr/>
        </p:nvSpPr>
        <p:spPr>
          <a:xfrm>
            <a:off x="2592840" y="2143015"/>
            <a:ext cx="173460" cy="9144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91CA13FB-4512-F62F-834E-5E78048854D7}"/>
              </a:ext>
            </a:extLst>
          </p:cNvPr>
          <p:cNvCxnSpPr>
            <a:cxnSpLocks/>
          </p:cNvCxnSpPr>
          <p:nvPr/>
        </p:nvCxnSpPr>
        <p:spPr>
          <a:xfrm flipV="1">
            <a:off x="4283137" y="2577259"/>
            <a:ext cx="478238" cy="19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84352BB-9B7F-A98E-EB66-26110636BA00}"/>
              </a:ext>
            </a:extLst>
          </p:cNvPr>
          <p:cNvSpPr txBox="1"/>
          <p:nvPr/>
        </p:nvSpPr>
        <p:spPr>
          <a:xfrm>
            <a:off x="7612077" y="2399163"/>
            <a:ext cx="1312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-webkit-standard"/>
              </a:rPr>
              <a:t>Groot </a:t>
            </a:r>
            <a:r>
              <a:rPr lang="en-US" altLang="zh-CN" dirty="0" err="1">
                <a:solidFill>
                  <a:srgbClr val="000000"/>
                </a:solidFill>
                <a:latin typeface="-webkit-standard"/>
              </a:rPr>
              <a:t>Dit</a:t>
            </a:r>
            <a:endParaRPr lang="zh-CN" altLang="en-US" dirty="0">
              <a:solidFill>
                <a:srgbClr val="000000"/>
              </a:solidFill>
              <a:latin typeface="-webkit-standard"/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B16BB8F4-4AB9-7EEE-321A-4A2E02A3175F}"/>
              </a:ext>
            </a:extLst>
          </p:cNvPr>
          <p:cNvCxnSpPr>
            <a:cxnSpLocks/>
          </p:cNvCxnSpPr>
          <p:nvPr/>
        </p:nvCxnSpPr>
        <p:spPr>
          <a:xfrm>
            <a:off x="8724252" y="2596624"/>
            <a:ext cx="1348257" cy="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1C5DD5E-048D-85C2-F77D-AEB57599B895}"/>
              </a:ext>
            </a:extLst>
          </p:cNvPr>
          <p:cNvSpPr txBox="1"/>
          <p:nvPr/>
        </p:nvSpPr>
        <p:spPr>
          <a:xfrm>
            <a:off x="10135444" y="2415549"/>
            <a:ext cx="2030321" cy="370028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Action slot chunk</a:t>
            </a:r>
            <a:endParaRPr lang="zh-CN" altLang="en-US" dirty="0"/>
          </a:p>
        </p:txBody>
      </p:sp>
      <p:sp>
        <p:nvSpPr>
          <p:cNvPr id="25" name="右大括号 24">
            <a:extLst>
              <a:ext uri="{FF2B5EF4-FFF2-40B4-BE49-F238E27FC236}">
                <a16:creationId xmlns:a16="http://schemas.microsoft.com/office/drawing/2014/main" id="{B2AD90C1-678E-9C9D-5E35-57D91FAF6A33}"/>
              </a:ext>
            </a:extLst>
          </p:cNvPr>
          <p:cNvSpPr/>
          <p:nvPr/>
        </p:nvSpPr>
        <p:spPr>
          <a:xfrm>
            <a:off x="1508704" y="1269781"/>
            <a:ext cx="230225" cy="55793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BADAACF-FCB1-72A1-23A7-80F6D71AE98A}"/>
              </a:ext>
            </a:extLst>
          </p:cNvPr>
          <p:cNvSpPr txBox="1"/>
          <p:nvPr/>
        </p:nvSpPr>
        <p:spPr>
          <a:xfrm>
            <a:off x="2865853" y="1307553"/>
            <a:ext cx="146828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0000"/>
                </a:solidFill>
                <a:latin typeface="-webkit-standard"/>
              </a:rPr>
              <a:t>Groot </a:t>
            </a:r>
            <a:r>
              <a:rPr lang="en-US" altLang="zh-CN" dirty="0" err="1">
                <a:solidFill>
                  <a:srgbClr val="000000"/>
                </a:solidFill>
                <a:latin typeface="-webkit-standard"/>
              </a:rPr>
              <a:t>vlm</a:t>
            </a:r>
            <a:endParaRPr lang="zh-CN" altLang="en-US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7C4F1D7-8DB6-7689-1326-C0B815610FC4}"/>
              </a:ext>
            </a:extLst>
          </p:cNvPr>
          <p:cNvSpPr txBox="1"/>
          <p:nvPr/>
        </p:nvSpPr>
        <p:spPr>
          <a:xfrm>
            <a:off x="251487" y="3407851"/>
            <a:ext cx="5539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I_hand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= [</a:t>
            </a:r>
            <a:r>
              <a:rPr lang="en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I_thumb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n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I_index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n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I_middle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n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I_ring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n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I_little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]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F1FDDD2-DFBB-95A2-78EB-2ED481ECA853}"/>
              </a:ext>
            </a:extLst>
          </p:cNvPr>
          <p:cNvSpPr txBox="1"/>
          <p:nvPr/>
        </p:nvSpPr>
        <p:spPr>
          <a:xfrm>
            <a:off x="249278" y="4070971"/>
            <a:ext cx="68072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-webkit-standard"/>
              </a:rPr>
              <a:t>gate_i = 1 if contact_prob_i &gt; 0.5 or force_est_i &gt; F_threshold</a:t>
            </a:r>
          </a:p>
          <a:p>
            <a:r>
              <a:rPr lang="zh-CN" altLang="en-US" dirty="0">
                <a:solidFill>
                  <a:srgbClr val="000000"/>
                </a:solidFill>
                <a:latin typeface="-webkit-standard"/>
              </a:rPr>
              <a:t>gate_i = 0 otherwise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06DD137-2D61-D2E8-3597-30C0B0E2A111}"/>
              </a:ext>
            </a:extLst>
          </p:cNvPr>
          <p:cNvSpPr txBox="1"/>
          <p:nvPr/>
        </p:nvSpPr>
        <p:spPr>
          <a:xfrm>
            <a:off x="249279" y="4867017"/>
            <a:ext cx="5983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-webkit-standard"/>
              </a:rPr>
              <a:t>gated_finger_token_i = gate_i × finger_force_token_i</a:t>
            </a: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F8B04FB4-C962-4AF8-9705-B8D3CA16893D}"/>
              </a:ext>
            </a:extLst>
          </p:cNvPr>
          <p:cNvCxnSpPr>
            <a:cxnSpLocks/>
          </p:cNvCxnSpPr>
          <p:nvPr/>
        </p:nvCxnSpPr>
        <p:spPr>
          <a:xfrm>
            <a:off x="1908681" y="1531408"/>
            <a:ext cx="7634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1C1ED1ED-8D7E-487B-992F-0F0525635133}"/>
              </a:ext>
            </a:extLst>
          </p:cNvPr>
          <p:cNvSpPr txBox="1"/>
          <p:nvPr/>
        </p:nvSpPr>
        <p:spPr>
          <a:xfrm>
            <a:off x="1850607" y="798850"/>
            <a:ext cx="873269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Instruction</a:t>
            </a:r>
            <a:endParaRPr kumimoji="1" lang="zh-CN" altLang="en-US" dirty="0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D12D0739-A6B3-9C24-6858-698952E142B6}"/>
              </a:ext>
            </a:extLst>
          </p:cNvPr>
          <p:cNvCxnSpPr>
            <a:cxnSpLocks/>
          </p:cNvCxnSpPr>
          <p:nvPr/>
        </p:nvCxnSpPr>
        <p:spPr>
          <a:xfrm>
            <a:off x="4292890" y="1445181"/>
            <a:ext cx="7052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3FCFA8D5-0F28-65A7-312F-6233B985C731}"/>
              </a:ext>
            </a:extLst>
          </p:cNvPr>
          <p:cNvSpPr txBox="1"/>
          <p:nvPr/>
        </p:nvSpPr>
        <p:spPr>
          <a:xfrm>
            <a:off x="5036125" y="1260515"/>
            <a:ext cx="2974951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VL token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D147C53-9C30-CB38-CE01-D19786009823}"/>
              </a:ext>
            </a:extLst>
          </p:cNvPr>
          <p:cNvSpPr txBox="1"/>
          <p:nvPr/>
        </p:nvSpPr>
        <p:spPr>
          <a:xfrm>
            <a:off x="5036126" y="65"/>
            <a:ext cx="1465709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State token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6D2AB83-75A1-2E59-63D5-2BDED80C06BC}"/>
              </a:ext>
            </a:extLst>
          </p:cNvPr>
          <p:cNvSpPr txBox="1"/>
          <p:nvPr/>
        </p:nvSpPr>
        <p:spPr>
          <a:xfrm>
            <a:off x="8724251" y="2115463"/>
            <a:ext cx="1621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FAAS mapper</a:t>
            </a:r>
            <a:endParaRPr lang="zh-CN" altLang="en-US" dirty="0"/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FBE36803-8CC5-5A61-B2BD-5F34B9352FA6}"/>
              </a:ext>
            </a:extLst>
          </p:cNvPr>
          <p:cNvCxnSpPr>
            <a:cxnSpLocks/>
          </p:cNvCxnSpPr>
          <p:nvPr/>
        </p:nvCxnSpPr>
        <p:spPr>
          <a:xfrm>
            <a:off x="5295700" y="3558899"/>
            <a:ext cx="20364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49DD4891-1B96-58C2-12AD-9085BDE2B18C}"/>
              </a:ext>
            </a:extLst>
          </p:cNvPr>
          <p:cNvSpPr txBox="1"/>
          <p:nvPr/>
        </p:nvSpPr>
        <p:spPr>
          <a:xfrm>
            <a:off x="7370311" y="3385510"/>
            <a:ext cx="2974951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Gated Tactile tokens</a:t>
            </a:r>
            <a:endParaRPr lang="zh-CN" altLang="en-US" dirty="0"/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99AEBE46-783B-4CF0-0322-DEE0288D6091}"/>
              </a:ext>
            </a:extLst>
          </p:cNvPr>
          <p:cNvCxnSpPr>
            <a:cxnSpLocks/>
          </p:cNvCxnSpPr>
          <p:nvPr/>
        </p:nvCxnSpPr>
        <p:spPr>
          <a:xfrm>
            <a:off x="4384608" y="184731"/>
            <a:ext cx="7052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8D7CCE38-82AD-0B20-39F1-9C4C9EB02034}"/>
              </a:ext>
            </a:extLst>
          </p:cNvPr>
          <p:cNvSpPr txBox="1"/>
          <p:nvPr/>
        </p:nvSpPr>
        <p:spPr>
          <a:xfrm>
            <a:off x="2633194" y="0"/>
            <a:ext cx="1760879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0000"/>
                </a:solidFill>
                <a:latin typeface="-webkit-standard"/>
              </a:rPr>
              <a:t>Groot encoder</a:t>
            </a:r>
            <a:endParaRPr lang="zh-CN" altLang="en-US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485EC0C-2612-3E21-3347-BE097E88BE30}"/>
              </a:ext>
            </a:extLst>
          </p:cNvPr>
          <p:cNvSpPr txBox="1"/>
          <p:nvPr/>
        </p:nvSpPr>
        <p:spPr>
          <a:xfrm>
            <a:off x="5016620" y="2237267"/>
            <a:ext cx="1477250" cy="64633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3d language</a:t>
            </a:r>
          </a:p>
          <a:p>
            <a:r>
              <a:rPr lang="en" altLang="zh-CN" dirty="0">
                <a:solidFill>
                  <a:srgbClr val="000000"/>
                </a:solidFill>
                <a:latin typeface="-webkit-standard"/>
              </a:rPr>
              <a:t>token</a:t>
            </a:r>
            <a:endParaRPr lang="zh-CN" altLang="en-US" dirty="0"/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0114BA36-6235-E230-1616-D052BC91B799}"/>
              </a:ext>
            </a:extLst>
          </p:cNvPr>
          <p:cNvCxnSpPr>
            <a:cxnSpLocks/>
          </p:cNvCxnSpPr>
          <p:nvPr/>
        </p:nvCxnSpPr>
        <p:spPr>
          <a:xfrm>
            <a:off x="6403827" y="2596968"/>
            <a:ext cx="1163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349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79</Words>
  <Application>Microsoft Macintosh PowerPoint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-webkit-standard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宏飞 万</dc:creator>
  <cp:lastModifiedBy>宏飞 万</cp:lastModifiedBy>
  <cp:revision>1</cp:revision>
  <dcterms:created xsi:type="dcterms:W3CDTF">2026-04-22T09:06:52Z</dcterms:created>
  <dcterms:modified xsi:type="dcterms:W3CDTF">2026-04-22T10:03:38Z</dcterms:modified>
</cp:coreProperties>
</file>